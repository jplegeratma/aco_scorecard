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6" r:id="rId5"/>
    <p:sldId id="269" r:id="rId6"/>
    <p:sldId id="261" r:id="rId7"/>
    <p:sldId id="267" r:id="rId8"/>
    <p:sldId id="262" r:id="rId9"/>
    <p:sldId id="270" r:id="rId10"/>
    <p:sldId id="263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C796-EAD0-4CC2-8091-7E18061B6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1ED2C-C6AC-4225-B71F-4B22D8AE8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7BF1E-05E0-4353-BCD0-18D3A6E9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39D72-833F-4CAE-ACC5-8154A7C6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F698-BBD1-4B82-8E81-9E22AC62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2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FA53-177F-469D-9048-BFF61C91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1E54E-6B3C-4497-AF74-88320748B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3D6CB-6450-469D-826E-1A21ADD2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21D1C-E145-486A-B421-BA1206B6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21DD-718B-4904-8DD6-2E4C801C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9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E5D2-A5AC-4B7F-9514-233247BF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BC3FF-A520-4240-B2A9-5BB574CC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D34F-7A98-4BB7-9A6A-820C7257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44432-C3BB-409C-8808-BFCB643B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22E7B-D092-4141-AF4E-4183CAE7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0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F556-F1D8-4AE9-BD8C-82556183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EB3DB-9088-4FE8-8308-AE92C0910F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1E39D-E92A-416E-AA3E-68DC4F0C2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97CA-97BE-4BB0-8D5B-4806B7FA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324F6-3845-4921-A053-B27261DE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D6A58-48DD-471A-AE36-E6B33048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42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1B7D-D87E-4CA5-A23F-FBBBFE31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725FC-816D-42F2-890E-F24A813B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08F78-C1B9-49AA-A575-7B0586190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50097-0CD5-455F-AD8A-BA1EC6971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6FCCD-9BBD-4D1A-881D-C67DB284B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56BDEF-C65E-4195-A5FE-E092EBE0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ED4252-B51D-42DB-9973-906DAF98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3BB83-A0D1-4A5A-9990-3FF93D14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7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46E5-27D8-4ACA-8430-736B29E2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9EB8F-D7DA-4B7D-9316-24C7A691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BC7F8-79EF-49C9-A862-D40EA295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C8EE1-4C24-43BC-95F1-C966DB01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1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BD4E2-05D8-46FC-B222-AD3628D7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ECBEF-1172-4C67-AF3C-DE3F0F03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5E412-EC78-4E47-98C1-247A21E1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3136-6E84-4574-B954-FC2E7EE3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6E58-F765-4E15-B1A2-BCA6CC05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F2416-714F-49E9-9F6C-D77771458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BE66C-CC1E-49EC-B090-21C3E15C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6396-1532-4B55-BF53-1B53ECD7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E2CC3-E488-411F-81E5-36D4BDFE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1607-ADE8-4EB7-8ADB-C0EAEB3A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7115A-3C25-464E-8D26-6523D6A47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C97B3-BA18-4677-A368-3830A4459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F06DA-DF99-4AB9-BB64-A90144A1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F859B-7EEB-4A46-A1F1-EBF3AE8D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4AACA-2B88-45A1-8EC1-DB3F06C4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9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679D-DAA7-4445-A52A-7E7EB71E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8C4CD-145E-4BA2-9B43-391415688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DA09-308B-471C-B033-18D155E0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A6743-D353-4364-8746-FEDA1B52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E551A-A40A-45E6-BD90-20E730E3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3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2085D-FC7D-44E1-8D8C-AC0B8833B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0A87E-890A-49A8-AC7F-AC5B79BBC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70915-7130-46F2-8E3D-25E1A6D4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93C2D-2893-4815-99EC-2666723A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D1E7D-3813-4E48-A3B2-DC35E34E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6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47028-19A0-43FF-9C30-F9CBC433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E8FD8-0DF8-4031-954F-3FC1EDF92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9167A-5D2C-4930-A230-73FFE3FB4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A0A3D-928C-4AA6-80BF-FA083F887291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0C4C-31FE-4E24-A059-A04174993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BD76F-2682-4C20-89D0-E6449ECE1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CE7A-1A02-4F40-A143-238A9F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AD96-025D-4435-84E8-FD7AE4CD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PRIMARY_DIAG numerator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D80C2-208C-41AE-AA45-13EA43D8D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SQL from SAS:</a:t>
            </a:r>
          </a:p>
          <a:p>
            <a:endParaRPr lang="en-US" dirty="0"/>
          </a:p>
          <a:p>
            <a:r>
              <a:rPr lang="en-US" dirty="0"/>
              <a:t> /* PRIMARY DIAGNOSIS */</a:t>
            </a:r>
          </a:p>
          <a:p>
            <a:r>
              <a:rPr lang="en-US" dirty="0"/>
              <a:t>                    CASE</a:t>
            </a:r>
          </a:p>
          <a:p>
            <a:r>
              <a:rPr lang="en-US" dirty="0"/>
              <a:t>                       WHEN     CDE_ENC_REC_IND &lt;&gt; '0'</a:t>
            </a:r>
          </a:p>
          <a:p>
            <a:r>
              <a:rPr lang="en-US" dirty="0"/>
              <a:t>                            AND CLAIM_TYPE IN ('I',</a:t>
            </a:r>
          </a:p>
          <a:p>
            <a:r>
              <a:rPr lang="en-US" dirty="0"/>
              <a:t>                                               'M',</a:t>
            </a:r>
          </a:p>
          <a:p>
            <a:r>
              <a:rPr lang="en-US" dirty="0"/>
              <a:t>                                               'O',</a:t>
            </a:r>
          </a:p>
          <a:p>
            <a:r>
              <a:rPr lang="en-US" dirty="0"/>
              <a:t>                                               'L')</a:t>
            </a:r>
          </a:p>
          <a:p>
            <a:r>
              <a:rPr lang="en-US" dirty="0"/>
              <a:t>                            AND </a:t>
            </a:r>
            <a:r>
              <a:rPr lang="en-US" dirty="0" err="1"/>
              <a:t>primary_diag</a:t>
            </a:r>
            <a:r>
              <a:rPr lang="en-US" dirty="0"/>
              <a:t> NOT IN ('+', '-', ' ')</a:t>
            </a:r>
          </a:p>
          <a:p>
            <a:r>
              <a:rPr lang="en-US" dirty="0"/>
              <a:t>                       THEN</a:t>
            </a:r>
          </a:p>
          <a:p>
            <a:r>
              <a:rPr lang="en-US" dirty="0"/>
              <a:t>                          1</a:t>
            </a:r>
          </a:p>
          <a:p>
            <a:r>
              <a:rPr lang="en-US" dirty="0"/>
              <a:t>                       ELSE</a:t>
            </a:r>
          </a:p>
          <a:p>
            <a:r>
              <a:rPr lang="en-US" dirty="0"/>
              <a:t>                          0</a:t>
            </a:r>
          </a:p>
          <a:p>
            <a:r>
              <a:rPr lang="en-US" dirty="0"/>
              <a:t>                    END</a:t>
            </a:r>
          </a:p>
          <a:p>
            <a:r>
              <a:rPr lang="en-US" dirty="0"/>
              <a:t>                       AS PRIMARY_DIAG1,</a:t>
            </a:r>
          </a:p>
        </p:txBody>
      </p:sp>
    </p:spTree>
    <p:extLst>
      <p:ext uri="{BB962C8B-B14F-4D97-AF65-F5344CB8AC3E}">
        <p14:creationId xmlns:p14="http://schemas.microsoft.com/office/powerpoint/2010/main" val="402618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5BAF-87E4-470C-A22D-0758FB2D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1 Rule Specification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C6F1AD-F662-48F8-AF0C-516FC59B1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463" y="1385415"/>
            <a:ext cx="5005388" cy="3366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6A341-C164-4EB8-A78F-38E2576B7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1" y="4610100"/>
            <a:ext cx="80676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7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8B63-F040-4DD8-8EC6-5B5C5882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re-written for Mapplet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90D6F-201B-4388-9484-3BE2EBFDE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IIF (( CDE_ENC_REC_IND &lt;&gt; '0' AND IN(CLAIM_TYPE ,'I','M','O','L') AND ( NOT IN(PRIMARY_DIAG,'+','-','') ) ),1,0) : PRIMARY_DIAG1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7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5BAF-87E4-470C-A22D-0758FB2D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1 - Mapping for Primary Diagnostic,</a:t>
            </a:r>
            <a:br>
              <a:rPr lang="en-US" dirty="0"/>
            </a:br>
            <a:r>
              <a:rPr lang="en-US" dirty="0"/>
              <a:t>Admit Date, Discharge Date and Proc Code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652D098-DA69-4C10-B23C-DAD04A9E4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011" y="1825625"/>
            <a:ext cx="49119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2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0636-0DD0-4D1A-BF5E-C1EDC106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two  - breaking into parts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3B6B1B-865E-4133-A5B6-145BA0A9D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5800" y="2182019"/>
            <a:ext cx="32004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89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E9EA-E59E-45ED-98DA-2A162946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Lowest level – Claim Types – Claim Type 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1479CA-49CF-4E33-BDF0-FAC83FC4F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081" y="1825625"/>
            <a:ext cx="57218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0D70-40A5-4783-AAF5-28C30A99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 Type L Mapplet– for wrapper mapplet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A480C2-34D5-4CC8-8857-25CE9B3F8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8488" y="1825625"/>
            <a:ext cx="51750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8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9363-B6C1-4E1C-82ED-5524E0C6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 Spec combining lowest level pieces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577198-75BA-406C-A4C5-51BBCA37A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731" y="1825625"/>
            <a:ext cx="46365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9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3A6C-4D98-4430-AE9A-203F55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logic for Rule Spec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67F73-4242-427C-9190-81B9503A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621156"/>
            <a:ext cx="11058525" cy="2047875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527531-00EA-4BA0-A938-B7E568EEE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6720" y="3789743"/>
            <a:ext cx="10515600" cy="202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7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0C73-012A-4B85-ABDE-4F47A3CA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 Type Mapplet from Rule Set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89BE620-AD03-4287-801A-1994F691B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684" y="1825625"/>
            <a:ext cx="59006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0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E41D-B1FD-4554-B97A-ACBBE81B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Mapplet from Rule 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E67EBD-1B75-4D18-AAF9-E80C1E048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9110" y="1825625"/>
            <a:ext cx="56537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6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68C8-C5DB-41FA-AA97-36E9B19F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/>
              <a:t>order include </a:t>
            </a:r>
            <a:r>
              <a:rPr lang="en-US" dirty="0"/>
              <a:t>base mapplets need a wrapper mapplet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C7127A-A5BC-47D3-BCCD-18E9C1F17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318" y="1825625"/>
            <a:ext cx="69373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31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A305-98D0-430D-99D4-3796D9C7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that to add one piece to the mapping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90F712-470E-488E-8A21-733230718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727" y="1825625"/>
            <a:ext cx="62645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49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195</Words>
  <Application>Microsoft Office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PRIMARY_DIAG numerator</vt:lpstr>
      <vt:lpstr>Pass 1 Rule Specification</vt:lpstr>
      <vt:lpstr>SQL re-written for Mapplet</vt:lpstr>
      <vt:lpstr>Pass 1 - Mapping for Primary Diagnostic, Admit Date, Discharge Date and Proc Code</vt:lpstr>
      <vt:lpstr>Pass two  - breaking into parts</vt:lpstr>
      <vt:lpstr>Lowest level – Claim Types – Claim Type L</vt:lpstr>
      <vt:lpstr>Claim Type L Mapplet– for wrapper mapplet</vt:lpstr>
      <vt:lpstr>Rule Spec combining lowest level pieces</vt:lpstr>
      <vt:lpstr>Rule logic for Rule Spec</vt:lpstr>
      <vt:lpstr>Claim Type Mapplet from Rule Set</vt:lpstr>
      <vt:lpstr>Head Mapplet from Rule Set</vt:lpstr>
      <vt:lpstr>In order include base mapplets need a wrapper mapplet</vt:lpstr>
      <vt:lpstr>All that to add one piece to the mapping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PRIMARY_DIAG numerator</dc:title>
  <dc:creator>Leger, JP (EHS)</dc:creator>
  <cp:lastModifiedBy>Leger, JP (EHS)</cp:lastModifiedBy>
  <cp:revision>29</cp:revision>
  <dcterms:created xsi:type="dcterms:W3CDTF">2020-03-13T12:56:11Z</dcterms:created>
  <dcterms:modified xsi:type="dcterms:W3CDTF">2020-03-19T20:03:36Z</dcterms:modified>
</cp:coreProperties>
</file>